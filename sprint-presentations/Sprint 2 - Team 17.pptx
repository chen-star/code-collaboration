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Comforta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5f7a9644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5f7a9644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5f7a96443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5f7a96443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5f7a9644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5f7a9644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5f7a9644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5f7a9644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5f7a9644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5f7a9644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5f7a9644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5f7a9644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5f7a96443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5f7a96443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5f7a96443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5f7a96443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5f7a96443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5f7a96443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7552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Collaborative Source Code Review</a:t>
            </a:r>
            <a:endParaRPr sz="43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-"/>
            </a:pPr>
            <a:r>
              <a:rPr lang="en" sz="3600"/>
              <a:t>Sprint 2</a:t>
            </a:r>
            <a:endParaRPr sz="3600"/>
          </a:p>
        </p:txBody>
      </p:sp>
      <p:sp>
        <p:nvSpPr>
          <p:cNvPr id="60" name="Google Shape;60;p13"/>
          <p:cNvSpPr txBox="1"/>
          <p:nvPr/>
        </p:nvSpPr>
        <p:spPr>
          <a:xfrm>
            <a:off x="510450" y="3182334"/>
            <a:ext cx="81231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Team 17</a:t>
            </a:r>
            <a:endParaRPr sz="24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Wenxuan Xu, Weitong Zhang, Jinyi Li, Jiaxin Chen</a:t>
            </a:r>
            <a:endParaRPr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Sprint 2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Integrated with GitHub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File from GitHub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Login using 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File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Project Tree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Message Box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Invite new users to review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In-line Comments and Replies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Suggest as an user types in search bar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Integrated with GitHub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Login with Github Account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File from Github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699" y="2692525"/>
            <a:ext cx="2923974" cy="2229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5"/>
          <p:cNvCxnSpPr/>
          <p:nvPr/>
        </p:nvCxnSpPr>
        <p:spPr>
          <a:xfrm rot="10800000">
            <a:off x="2527550" y="4163100"/>
            <a:ext cx="45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5"/>
          <p:cNvSpPr txBox="1"/>
          <p:nvPr/>
        </p:nvSpPr>
        <p:spPr>
          <a:xfrm>
            <a:off x="947850" y="3848700"/>
            <a:ext cx="1728600" cy="62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Specify the repo name to import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0924" y="2479850"/>
            <a:ext cx="3087576" cy="24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5827000" y="3534850"/>
            <a:ext cx="3175800" cy="766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C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7189200" y="3534850"/>
            <a:ext cx="1440900" cy="32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There you have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8372" y="0"/>
            <a:ext cx="3017925" cy="331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File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21" y="1152474"/>
            <a:ext cx="6573652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/>
              <a:t>Message Box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914775" cy="15811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2100" y="2347075"/>
            <a:ext cx="3494451" cy="176215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lang="en"/>
              <a:t>In-line Comments and Replies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 to expand and collapse the comment and reply block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 is loaded when it is requested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improve the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experience when reviewing codes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interpreted by comments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Search bar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Suggest as you type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150" y="1767425"/>
            <a:ext cx="4696575" cy="26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510450" y="1257300"/>
            <a:ext cx="87552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Demo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Sprint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 Other Bugs and Improve Robustness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existence and proper status code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 to Cloud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AWS and S3 file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User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Modify our solutions accordingly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Prepare for Final Demo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ctrTitle"/>
          </p:nvPr>
        </p:nvSpPr>
        <p:spPr>
          <a:xfrm>
            <a:off x="510450" y="1257300"/>
            <a:ext cx="87552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Questions?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