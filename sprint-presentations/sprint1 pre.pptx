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44785e0b6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44785e0b6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44785e0b6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44785e0b6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44785e0b6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44785e0b6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444785e0b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444785e0b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444785e0b6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444785e0b6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44785e0b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44785e0b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44785e0b6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444785e0b6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44785e0b6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44785e0b6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44785e0b6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44785e0b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44785e0b6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44785e0b6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/>
              <a:t>Collaborative Source Code Review</a:t>
            </a:r>
            <a:endParaRPr sz="36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34"/>
            <a:ext cx="8123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Wenxuan Xu, Weitong Zhang, Jinyi Li, Jiaxin Chen</a:t>
            </a:r>
            <a:endParaRPr sz="1400"/>
          </a:p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29725" y="838500"/>
            <a:ext cx="800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Presentation Agenda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829725" y="1706700"/>
            <a:ext cx="8002500" cy="17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Project Background &amp; Team Work Allocation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Original Goal for Sprint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What we’ve completed in Sprint 1 &amp; 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Process &amp; Problem and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Goal for Sprint 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744175" y="445025"/>
            <a:ext cx="808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Background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744175" y="1255100"/>
            <a:ext cx="8049000" cy="29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 Issues: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Reviewers lack the ability to record and share their thoughts.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Code navigation in projects containing a large set of files is very difficult.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Uploaded file will not be automatically reformatted if the original format of src doc is malformed.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 highlight syntax supported yet.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 of our project: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Provide a platform for code reviewers to collaborate and share code from large codebases. 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Upload source code or link of a Github repo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Navigation between files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Code format and highlight according to language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Freely add contributor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1163325" y="445025"/>
            <a:ext cx="478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Work Allocation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1163325" y="1289350"/>
            <a:ext cx="565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Account management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Jinyi  /  Wenxuan / Jiaxin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Code review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Jiaxin  /  Weitong  /  Wenxuan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Code navigation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Jinyi  /  Weitong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Code review statistics dashboard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Jiaxin  /  Wenxuan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Repository management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Jinyi  /   Weitong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Original Goal for Sprint 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</a:t>
            </a:r>
            <a:r>
              <a:rPr lang="en"/>
              <a:t>efactor html pages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 authentication to gain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 profile display and editing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and edit line-level comments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stat dashboard for user activity (visualized table)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# of comment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# of visits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-"/>
            </a:pPr>
            <a:r>
              <a:rPr lang="en"/>
              <a:t>Etc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Syntax highlight</a:t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accent3"/>
                </a:solidFill>
              </a:rPr>
              <a:t>What we’ve completed in Sprint 1 &amp; Demo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96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Refactor html pages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User authentication to gain access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 profile display and editing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Repository management &amp; Syntax highlight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Create stat dashboard for user activity (visualized table)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# of comments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# of visits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Etc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49" y="964524"/>
            <a:ext cx="464625" cy="4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49" y="1497074"/>
            <a:ext cx="464625" cy="4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49" y="1994074"/>
            <a:ext cx="464625" cy="4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49" y="2533524"/>
            <a:ext cx="464625" cy="4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49" y="3072974"/>
            <a:ext cx="464625" cy="4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246825"/>
            <a:ext cx="806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/>
              <a:t>Finished basic User management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Profile display, update and stat dashboard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Finished basic Repository management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Ownership, Reviewers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File upload and highlight syntax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Send invitation to a future user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 has not registered, but we need to keep track of the sender and receiver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Add in line comment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encountered some problems with the database during fetch/rebase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&amp; Problems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the 2nd sprint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File upload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Single file upload =&gt; multi-file upload (a project folder/a tarball)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Upload files from the user’s Github repo</a:t>
            </a:r>
            <a:endParaRPr/>
          </a:p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050" y="2571747"/>
            <a:ext cx="6267074" cy="137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the 2nd sprint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2"/>
            </a:pPr>
            <a:r>
              <a:rPr lang="en"/>
              <a:t>File 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Implement a file folder tree like this...</a:t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400" y="767550"/>
            <a:ext cx="3270050" cy="37399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the 2nd sprint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Code navigation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Navigate between functions within the same 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Navigate between files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How to identify a function?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How to locate a function?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	</a:t>
            </a:r>
            <a:endParaRPr/>
          </a:p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650" y="2936088"/>
            <a:ext cx="754380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the 2nd sprint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 startAt="4"/>
            </a:pPr>
            <a:r>
              <a:rPr lang="en"/>
              <a:t>Support Multiple languages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	</a:t>
            </a:r>
            <a:endParaRPr/>
          </a:p>
        </p:txBody>
      </p:sp>
      <p:sp>
        <p:nvSpPr>
          <p:cNvPr id="139" name="Google Shape;13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575" y="1906838"/>
            <a:ext cx="14287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013" y="1906850"/>
            <a:ext cx="103822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8200" y="2349775"/>
            <a:ext cx="19050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6850" y="1783025"/>
            <a:ext cx="177165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