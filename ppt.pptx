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7" r:id="rId5"/>
    <p:sldId id="269" r:id="rId6"/>
    <p:sldId id="262" r:id="rId7"/>
    <p:sldId id="270" r:id="rId8"/>
    <p:sldId id="265" r:id="rId9"/>
  </p:sldIdLst>
  <p:sldSz cx="9144000" cy="5143500" type="screen16x9"/>
  <p:notesSz cx="6858000" cy="9144000"/>
  <p:embeddedFontLst>
    <p:embeddedFont>
      <p:font typeface="Proxima Nova" panose="02000506030000020004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710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44785e0b6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44785e0b6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44785e0b6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44785e0b6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45f7a96443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45f7a96443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0855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444785e0b6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444785e0b6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018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5f7a96443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5f7a96443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9345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2300" b="1" dirty="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2300" b="1" dirty="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 dirty="0"/>
              <a:t>Collaborative Source Code Review</a:t>
            </a:r>
            <a:endParaRPr sz="3600"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0450" y="3182334"/>
            <a:ext cx="8123100" cy="10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Django – based GitHub like code repository system</a:t>
            </a:r>
            <a:endParaRPr sz="1400" dirty="0"/>
          </a:p>
        </p:txBody>
      </p:sp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29725" y="838500"/>
            <a:ext cx="800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Presentation Agenda</a:t>
            </a:r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829725" y="1706700"/>
            <a:ext cx="8002500" cy="17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2000" dirty="0"/>
              <a:t>Project Background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2000" dirty="0"/>
              <a:t>Functionalities</a:t>
            </a:r>
            <a:endParaRPr sz="2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2000" dirty="0"/>
              <a:t>Demo</a:t>
            </a:r>
            <a:endParaRPr sz="2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2000" dirty="0"/>
              <a:t>Process &amp; Improvement</a:t>
            </a:r>
            <a:endParaRPr sz="2000" dirty="0"/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744175" y="445025"/>
            <a:ext cx="80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Background</a:t>
            </a: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744175" y="1255100"/>
            <a:ext cx="8049000" cy="29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Current Issues: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Reviewers lack the ability to record and share their thoughts.</a:t>
            </a: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○"/>
            </a:pPr>
            <a:r>
              <a:rPr lang="en" sz="1200" dirty="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GitHub does not support comment within a file.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○"/>
            </a:pPr>
            <a:r>
              <a:rPr lang="en" sz="1200" dirty="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Uploaded file will not be automatically reformatted if the original format of </a:t>
            </a:r>
            <a:r>
              <a:rPr lang="en" sz="1200" dirty="0" err="1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lang="en" sz="1200" dirty="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doc is malformed.</a:t>
            </a:r>
          </a:p>
          <a:p>
            <a:pPr marL="609600" lvl="1" indent="0" algn="l" rtl="0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None/>
            </a:pP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Goal of our project: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Provide a platform for code reviewers to collaborate and share code from large codebases. </a:t>
            </a: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○"/>
            </a:pPr>
            <a:r>
              <a:rPr lang="en" sz="1200" dirty="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Upload source code or link of a GitHub repo</a:t>
            </a: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○"/>
            </a:pPr>
            <a:r>
              <a:rPr lang="en" sz="1200" dirty="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Code format and highlight according to language</a:t>
            </a: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○"/>
            </a:pPr>
            <a:r>
              <a:rPr lang="en" sz="1200" dirty="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Freely add contributor</a:t>
            </a: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852C0-8426-8248-8577-4BEA7D42C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00" y="397317"/>
            <a:ext cx="6508920" cy="572700"/>
          </a:xfrm>
        </p:spPr>
        <p:txBody>
          <a:bodyPr/>
          <a:lstStyle/>
          <a:p>
            <a:r>
              <a:rPr lang="en-US" dirty="0"/>
              <a:t>Functionalities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D3162-CF23-3544-8755-8EB764EBA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400" y="1152475"/>
            <a:ext cx="6365797" cy="3510742"/>
          </a:xfrm>
        </p:spPr>
        <p:txBody>
          <a:bodyPr/>
          <a:lstStyle/>
          <a:p>
            <a:r>
              <a:rPr lang="en-US" dirty="0"/>
              <a:t>Account authentication management</a:t>
            </a:r>
          </a:p>
          <a:p>
            <a:pPr>
              <a:buFont typeface="Wingdings" pitchFamily="2" charset="2"/>
              <a:buChar char="§"/>
            </a:pPr>
            <a:r>
              <a:rPr lang="en-US" sz="1200" dirty="0"/>
              <a:t>registration / login / Edit profile</a:t>
            </a:r>
          </a:p>
          <a:p>
            <a:pPr>
              <a:buFont typeface="Wingdings" pitchFamily="2" charset="2"/>
              <a:buChar char="§"/>
            </a:pPr>
            <a:r>
              <a:rPr lang="en-US" sz="1200" dirty="0"/>
              <a:t>Review Statistic Dashboard (</a:t>
            </a:r>
            <a:r>
              <a:rPr lang="en" sz="1200" dirty="0"/>
              <a:t>visualized table)</a:t>
            </a:r>
            <a:endParaRPr lang="en-US" sz="1200" dirty="0"/>
          </a:p>
          <a:p>
            <a:pPr>
              <a:buFont typeface="Wingdings" pitchFamily="2" charset="2"/>
              <a:buChar char="§"/>
            </a:pPr>
            <a:endParaRPr lang="en-US" sz="1200" dirty="0"/>
          </a:p>
          <a:p>
            <a:r>
              <a:rPr lang="en-US" dirty="0"/>
              <a:t>Code review</a:t>
            </a:r>
          </a:p>
          <a:p>
            <a:pPr>
              <a:buFont typeface="Wingdings" pitchFamily="2" charset="2"/>
              <a:buChar char="§"/>
            </a:pPr>
            <a:r>
              <a:rPr lang="en-US" sz="1200" dirty="0"/>
              <a:t>In-line comment</a:t>
            </a:r>
          </a:p>
          <a:p>
            <a:pPr>
              <a:buFont typeface="Wingdings" pitchFamily="2" charset="2"/>
              <a:buChar char="§"/>
            </a:pPr>
            <a:r>
              <a:rPr lang="en-US" sz="1200" dirty="0"/>
              <a:t>Auto-format file</a:t>
            </a:r>
          </a:p>
          <a:p>
            <a:pPr>
              <a:buFont typeface="Wingdings" pitchFamily="2" charset="2"/>
              <a:buChar char="§"/>
            </a:pPr>
            <a:r>
              <a:rPr lang="en-US" sz="1200" dirty="0"/>
              <a:t>Syntax highlight based on languages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r>
              <a:rPr lang="en-US" dirty="0"/>
              <a:t>Repository Management</a:t>
            </a:r>
          </a:p>
          <a:p>
            <a:pPr>
              <a:buFont typeface="Wingdings" pitchFamily="2" charset="2"/>
              <a:buChar char="§"/>
            </a:pPr>
            <a:r>
              <a:rPr lang="en-US" sz="1200" dirty="0"/>
              <a:t>Upload project locally</a:t>
            </a:r>
          </a:p>
          <a:p>
            <a:pPr>
              <a:buFont typeface="Wingdings" pitchFamily="2" charset="2"/>
              <a:buChar char="§"/>
            </a:pPr>
            <a:r>
              <a:rPr lang="en-US" sz="1200" dirty="0"/>
              <a:t>Clone repository from a GitHub account</a:t>
            </a:r>
          </a:p>
          <a:p>
            <a:pPr>
              <a:buFont typeface="Wingdings" pitchFamily="2" charset="2"/>
              <a:buChar char="§"/>
            </a:pPr>
            <a:r>
              <a:rPr lang="en-US" sz="1200" dirty="0"/>
              <a:t>Search by keywords</a:t>
            </a:r>
          </a:p>
          <a:p>
            <a:pPr>
              <a:buFont typeface="Wingdings" pitchFamily="2" charset="2"/>
              <a:buChar char="§"/>
            </a:pPr>
            <a:r>
              <a:rPr lang="en-US" sz="1200" dirty="0"/>
              <a:t>Invitation of collaborators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C1FD9-300E-5F4B-9E30-59C68D617B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pic>
        <p:nvPicPr>
          <p:cNvPr id="6" name="Google Shape;97;p18">
            <a:extLst>
              <a:ext uri="{FF2B5EF4-FFF2-40B4-BE49-F238E27FC236}">
                <a16:creationId xmlns:a16="http://schemas.microsoft.com/office/drawing/2014/main" id="{F43E89D0-B870-6141-982F-E19CA2842A3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3400" y="1152475"/>
            <a:ext cx="464625" cy="4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7;p18">
            <a:extLst>
              <a:ext uri="{FF2B5EF4-FFF2-40B4-BE49-F238E27FC236}">
                <a16:creationId xmlns:a16="http://schemas.microsoft.com/office/drawing/2014/main" id="{7A6A19B4-BA64-5D49-AD7C-E8035B45122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3400" y="2028450"/>
            <a:ext cx="464625" cy="4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7;p18">
            <a:extLst>
              <a:ext uri="{FF2B5EF4-FFF2-40B4-BE49-F238E27FC236}">
                <a16:creationId xmlns:a16="http://schemas.microsoft.com/office/drawing/2014/main" id="{D84382D1-8374-8240-9936-089A5C2AF97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3399" y="3294088"/>
            <a:ext cx="464625" cy="464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1979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7552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Demo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1192092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566141" y="1290026"/>
            <a:ext cx="7742971" cy="28048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dirty="0"/>
              <a:t>Finished basic UI design by using HTML with Django template language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dirty="0"/>
              <a:t>Designed database entities with Django model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dirty="0"/>
              <a:t>Designed URI by configuring Django </a:t>
            </a:r>
            <a:r>
              <a:rPr lang="en" dirty="0" err="1"/>
              <a:t>urls</a:t>
            </a:r>
            <a:endParaRPr lang="en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dirty="0"/>
              <a:t>User Authentication Module with Django </a:t>
            </a:r>
            <a:r>
              <a:rPr lang="en" dirty="0" err="1"/>
              <a:t>auth</a:t>
            </a:r>
            <a:endParaRPr lang="en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dirty="0"/>
              <a:t>File format and comment with </a:t>
            </a:r>
            <a:r>
              <a:rPr lang="en" dirty="0" err="1"/>
              <a:t>Javascript</a:t>
            </a:r>
            <a:r>
              <a:rPr lang="en" dirty="0"/>
              <a:t> packages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dirty="0"/>
              <a:t>Link with GitHub account to clone repositories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632950" y="483830"/>
            <a:ext cx="72785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Process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2B82-B742-D84E-8481-612D11E56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Improvements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4BBF7-D090-3446-B9B3-94522E686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encryption for security concern</a:t>
            </a:r>
          </a:p>
          <a:p>
            <a:pPr marL="114300" indent="0">
              <a:buNone/>
            </a:pPr>
            <a:r>
              <a:rPr lang="en" dirty="0"/>
              <a:t>      Integrated with GitHub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D1187-EB3D-F54A-A45E-3FFE26E741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6" name="Google Shape;73;p15">
            <a:extLst>
              <a:ext uri="{FF2B5EF4-FFF2-40B4-BE49-F238E27FC236}">
                <a16:creationId xmlns:a16="http://schemas.microsoft.com/office/drawing/2014/main" id="{A8EA7E9E-40D7-1E4A-A510-B698A90A05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699" y="2692525"/>
            <a:ext cx="2923974" cy="222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6;p15">
            <a:extLst>
              <a:ext uri="{FF2B5EF4-FFF2-40B4-BE49-F238E27FC236}">
                <a16:creationId xmlns:a16="http://schemas.microsoft.com/office/drawing/2014/main" id="{197C7465-4ED3-DA4F-B368-AF2A7B1C03F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0924" y="2479850"/>
            <a:ext cx="3087576" cy="244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79;p15">
            <a:extLst>
              <a:ext uri="{FF2B5EF4-FFF2-40B4-BE49-F238E27FC236}">
                <a16:creationId xmlns:a16="http://schemas.microsoft.com/office/drawing/2014/main" id="{1B7FE2C4-7694-E647-8B84-17FD969A1FC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8372" y="0"/>
            <a:ext cx="3017925" cy="33162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3159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7552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Thanks! 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733887327"/>
      </p:ext>
    </p:extLst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211</Words>
  <Application>Microsoft Macintosh PowerPoint</Application>
  <PresentationFormat>On-screen Show (16:9)</PresentationFormat>
  <Paragraphs>59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Wingdings</vt:lpstr>
      <vt:lpstr>Proxima Nova</vt:lpstr>
      <vt:lpstr>Spearmint</vt:lpstr>
      <vt:lpstr>  Collaborative Source Code Review</vt:lpstr>
      <vt:lpstr> Presentation Agenda</vt:lpstr>
      <vt:lpstr>Project Background</vt:lpstr>
      <vt:lpstr>Functionalities</vt:lpstr>
      <vt:lpstr>Demo</vt:lpstr>
      <vt:lpstr>Process</vt:lpstr>
      <vt:lpstr>Improvements</vt:lpstr>
      <vt:lpstr>Thanks!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Collaborative Source Code Review</dc:title>
  <cp:lastModifiedBy>Microsoft Office User</cp:lastModifiedBy>
  <cp:revision>24</cp:revision>
  <dcterms:modified xsi:type="dcterms:W3CDTF">2019-05-28T01:00:39Z</dcterms:modified>
</cp:coreProperties>
</file>